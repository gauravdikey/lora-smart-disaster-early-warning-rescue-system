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JetBrains Mono" panose="020B0604020202020204" charset="0"/>
      <p:regular r:id="rId14"/>
      <p:bold r:id="rId15"/>
      <p:italic r:id="rId16"/>
      <p:boldItalic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1D48"/>
    <a:srgbClr val="F6F7F7"/>
    <a:srgbClr val="0E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BF520D-900E-4CEB-BB7A-B182B3C187DC}" v="16" dt="2026-04-01T22:25:43.847"/>
  </p1510:revLst>
</p1510:revInfo>
</file>

<file path=ppt/tableStyles.xml><?xml version="1.0" encoding="utf-8"?>
<a:tblStyleLst xmlns:a="http://schemas.openxmlformats.org/drawingml/2006/main" def="{EF8A70AA-1BA0-4829-B5F2-2A1AE0DE650E}">
  <a:tblStyle styleId="{EF8A70AA-1BA0-4829-B5F2-2A1AE0DE65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4" y="2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dike93@gmail.com" userId="ab1325b9c9428348" providerId="LiveId" clId="{5370CE3E-28B4-4F6F-B818-1ED867E5F31E}"/>
    <pc:docChg chg="undo custSel modSld">
      <pc:chgData name="gauravdike93@gmail.com" userId="ab1325b9c9428348" providerId="LiveId" clId="{5370CE3E-28B4-4F6F-B818-1ED867E5F31E}" dt="2026-04-01T23:07:43.497" v="496" actId="255"/>
      <pc:docMkLst>
        <pc:docMk/>
      </pc:docMkLst>
      <pc:sldChg chg="addSp delSp modSp mod">
        <pc:chgData name="gauravdike93@gmail.com" userId="ab1325b9c9428348" providerId="LiveId" clId="{5370CE3E-28B4-4F6F-B818-1ED867E5F31E}" dt="2026-03-30T12:04:59.302" v="204" actId="1076"/>
        <pc:sldMkLst>
          <pc:docMk/>
          <pc:sldMk cId="0" sldId="256"/>
        </pc:sldMkLst>
        <pc:spChg chg="add mod">
          <ac:chgData name="gauravdike93@gmail.com" userId="ab1325b9c9428348" providerId="LiveId" clId="{5370CE3E-28B4-4F6F-B818-1ED867E5F31E}" dt="2026-03-30T12:03:41.695" v="199" actId="14100"/>
          <ac:spMkLst>
            <pc:docMk/>
            <pc:sldMk cId="0" sldId="256"/>
            <ac:spMk id="2" creationId="{12A75F97-EF27-CAC7-25CF-456A9F608360}"/>
          </ac:spMkLst>
        </pc:spChg>
        <pc:spChg chg="add mod ord">
          <ac:chgData name="gauravdike93@gmail.com" userId="ab1325b9c9428348" providerId="LiveId" clId="{5370CE3E-28B4-4F6F-B818-1ED867E5F31E}" dt="2026-03-30T12:02:41.141" v="194" actId="14100"/>
          <ac:spMkLst>
            <pc:docMk/>
            <pc:sldMk cId="0" sldId="256"/>
            <ac:spMk id="3" creationId="{E2D10E5C-9E90-2156-30AA-0D26C992C532}"/>
          </ac:spMkLst>
        </pc:spChg>
        <pc:spChg chg="add mod ord">
          <ac:chgData name="gauravdike93@gmail.com" userId="ab1325b9c9428348" providerId="LiveId" clId="{5370CE3E-28B4-4F6F-B818-1ED867E5F31E}" dt="2026-03-30T12:03:41.695" v="199" actId="14100"/>
          <ac:spMkLst>
            <pc:docMk/>
            <pc:sldMk cId="0" sldId="256"/>
            <ac:spMk id="4" creationId="{D8474F28-A66C-E9A4-827A-2305C7DCE3A8}"/>
          </ac:spMkLst>
        </pc:spChg>
        <pc:spChg chg="add mod">
          <ac:chgData name="gauravdike93@gmail.com" userId="ab1325b9c9428348" providerId="LiveId" clId="{5370CE3E-28B4-4F6F-B818-1ED867E5F31E}" dt="2026-03-30T12:03:27.959" v="198" actId="1076"/>
          <ac:spMkLst>
            <pc:docMk/>
            <pc:sldMk cId="0" sldId="256"/>
            <ac:spMk id="5" creationId="{ED2211D4-5DA3-B071-0763-48D8FB135C57}"/>
          </ac:spMkLst>
        </pc:spChg>
        <pc:spChg chg="add mod">
          <ac:chgData name="gauravdike93@gmail.com" userId="ab1325b9c9428348" providerId="LiveId" clId="{5370CE3E-28B4-4F6F-B818-1ED867E5F31E}" dt="2026-03-30T12:03:12.138" v="197" actId="1076"/>
          <ac:spMkLst>
            <pc:docMk/>
            <pc:sldMk cId="0" sldId="256"/>
            <ac:spMk id="6" creationId="{F6AA4A1C-E2B6-65FA-C603-CB6AC272FF8B}"/>
          </ac:spMkLst>
        </pc:spChg>
        <pc:spChg chg="add mod">
          <ac:chgData name="gauravdike93@gmail.com" userId="ab1325b9c9428348" providerId="LiveId" clId="{5370CE3E-28B4-4F6F-B818-1ED867E5F31E}" dt="2026-03-30T12:04:25.074" v="203" actId="1076"/>
          <ac:spMkLst>
            <pc:docMk/>
            <pc:sldMk cId="0" sldId="256"/>
            <ac:spMk id="7" creationId="{36FB9BDD-704C-8C74-11E1-C2D52F6CBBB4}"/>
          </ac:spMkLst>
        </pc:spChg>
        <pc:spChg chg="mod">
          <ac:chgData name="gauravdike93@gmail.com" userId="ab1325b9c9428348" providerId="LiveId" clId="{5370CE3E-28B4-4F6F-B818-1ED867E5F31E}" dt="2026-03-30T11:41:16.129" v="0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04:59.302" v="204" actId="1076"/>
          <ac:spMkLst>
            <pc:docMk/>
            <pc:sldMk cId="0" sldId="256"/>
            <ac:spMk id="90" creationId="{00000000-0000-0000-0000-000000000000}"/>
          </ac:spMkLst>
        </pc:spChg>
        <pc:spChg chg="mod ord">
          <ac:chgData name="gauravdike93@gmail.com" userId="ab1325b9c9428348" providerId="LiveId" clId="{5370CE3E-28B4-4F6F-B818-1ED867E5F31E}" dt="2026-03-30T11:58:56.786" v="81" actId="1076"/>
          <ac:spMkLst>
            <pc:docMk/>
            <pc:sldMk cId="0" sldId="256"/>
            <ac:spMk id="91" creationId="{00000000-0000-0000-0000-000000000000}"/>
          </ac:spMkLst>
        </pc:spChg>
        <pc:spChg chg="mod ord">
          <ac:chgData name="gauravdike93@gmail.com" userId="ab1325b9c9428348" providerId="LiveId" clId="{5370CE3E-28B4-4F6F-B818-1ED867E5F31E}" dt="2026-03-30T11:59:17.579" v="84" actId="1076"/>
          <ac:spMkLst>
            <pc:docMk/>
            <pc:sldMk cId="0" sldId="256"/>
            <ac:spMk id="92" creationId="{00000000-0000-0000-0000-000000000000}"/>
          </ac:spMkLst>
        </pc:spChg>
        <pc:spChg chg="mod ord">
          <ac:chgData name="gauravdike93@gmail.com" userId="ab1325b9c9428348" providerId="LiveId" clId="{5370CE3E-28B4-4F6F-B818-1ED867E5F31E}" dt="2026-03-30T12:02:20.104" v="193" actId="255"/>
          <ac:spMkLst>
            <pc:docMk/>
            <pc:sldMk cId="0" sldId="256"/>
            <ac:spMk id="93" creationId="{00000000-0000-0000-0000-000000000000}"/>
          </ac:spMkLst>
        </pc:spChg>
        <pc:picChg chg="mod">
          <ac:chgData name="gauravdike93@gmail.com" userId="ab1325b9c9428348" providerId="LiveId" clId="{5370CE3E-28B4-4F6F-B818-1ED867E5F31E}" dt="2026-03-30T11:41:16.129" v="0" actId="1076"/>
          <ac:picMkLst>
            <pc:docMk/>
            <pc:sldMk cId="0" sldId="256"/>
            <ac:picMk id="85" creationId="{00000000-0000-0000-0000-000000000000}"/>
          </ac:picMkLst>
        </pc:picChg>
      </pc:sldChg>
      <pc:sldChg chg="addSp delSp modSp mod modNotes">
        <pc:chgData name="gauravdike93@gmail.com" userId="ab1325b9c9428348" providerId="LiveId" clId="{5370CE3E-28B4-4F6F-B818-1ED867E5F31E}" dt="2026-04-01T22:26:34.625" v="484" actId="5793"/>
        <pc:sldMkLst>
          <pc:docMk/>
          <pc:sldMk cId="0" sldId="257"/>
        </pc:sldMkLst>
        <pc:spChg chg="add mod">
          <ac:chgData name="gauravdike93@gmail.com" userId="ab1325b9c9428348" providerId="LiveId" clId="{5370CE3E-28B4-4F6F-B818-1ED867E5F31E}" dt="2026-04-01T22:26:16.002" v="482" actId="1076"/>
          <ac:spMkLst>
            <pc:docMk/>
            <pc:sldMk cId="0" sldId="257"/>
            <ac:spMk id="3" creationId="{B9C3824B-1BE5-4569-9E4F-BC3C069BB4EB}"/>
          </ac:spMkLst>
        </pc:spChg>
        <pc:spChg chg="mod">
          <ac:chgData name="gauravdike93@gmail.com" userId="ab1325b9c9428348" providerId="LiveId" clId="{5370CE3E-28B4-4F6F-B818-1ED867E5F31E}" dt="2026-04-01T22:26:34.625" v="484" actId="5793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16:13.609" v="272" actId="1076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15:45.863" v="271" actId="1076"/>
          <ac:spMkLst>
            <pc:docMk/>
            <pc:sldMk cId="0" sldId="257"/>
            <ac:spMk id="103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15:45.863" v="271" actId="1076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15:45.863" v="271" actId="1076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15:45.863" v="271" actId="1076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4-01T22:25:16.981" v="441" actId="20577"/>
          <ac:spMkLst>
            <pc:docMk/>
            <pc:sldMk cId="0" sldId="257"/>
            <ac:spMk id="107" creationId="{00000000-0000-0000-0000-000000000000}"/>
          </ac:spMkLst>
        </pc:spChg>
        <pc:picChg chg="mod">
          <ac:chgData name="gauravdike93@gmail.com" userId="ab1325b9c9428348" providerId="LiveId" clId="{5370CE3E-28B4-4F6F-B818-1ED867E5F31E}" dt="2026-03-30T12:17:18.172" v="277" actId="1076"/>
          <ac:picMkLst>
            <pc:docMk/>
            <pc:sldMk cId="0" sldId="257"/>
            <ac:picMk id="99" creationId="{00000000-0000-0000-0000-000000000000}"/>
          </ac:picMkLst>
        </pc:picChg>
        <pc:picChg chg="mod">
          <ac:chgData name="gauravdike93@gmail.com" userId="ab1325b9c9428348" providerId="LiveId" clId="{5370CE3E-28B4-4F6F-B818-1ED867E5F31E}" dt="2026-03-30T12:17:33.430" v="279" actId="14100"/>
          <ac:picMkLst>
            <pc:docMk/>
            <pc:sldMk cId="0" sldId="257"/>
            <ac:picMk id="100" creationId="{00000000-0000-0000-0000-000000000000}"/>
          </ac:picMkLst>
        </pc:picChg>
      </pc:sldChg>
      <pc:sldChg chg="addSp delSp modSp mod modNotes">
        <pc:chgData name="gauravdike93@gmail.com" userId="ab1325b9c9428348" providerId="LiveId" clId="{5370CE3E-28B4-4F6F-B818-1ED867E5F31E}" dt="2026-04-01T22:27:46.195" v="495" actId="1076"/>
        <pc:sldMkLst>
          <pc:docMk/>
          <pc:sldMk cId="0" sldId="258"/>
        </pc:sldMkLst>
        <pc:spChg chg="add mod">
          <ac:chgData name="gauravdike93@gmail.com" userId="ab1325b9c9428348" providerId="LiveId" clId="{5370CE3E-28B4-4F6F-B818-1ED867E5F31E}" dt="2026-04-01T22:27:46.195" v="495" actId="1076"/>
          <ac:spMkLst>
            <pc:docMk/>
            <pc:sldMk cId="0" sldId="258"/>
            <ac:spMk id="2" creationId="{9E659D3A-3FC0-7006-C6DC-75977D18184F}"/>
          </ac:spMkLst>
        </pc:spChg>
        <pc:spChg chg="mod">
          <ac:chgData name="gauravdike93@gmail.com" userId="ab1325b9c9428348" providerId="LiveId" clId="{5370CE3E-28B4-4F6F-B818-1ED867E5F31E}" dt="2026-03-30T12:24:58.647" v="364" actId="20577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4-01T22:27:27.774" v="489" actId="20577"/>
          <ac:spMkLst>
            <pc:docMk/>
            <pc:sldMk cId="0" sldId="258"/>
            <ac:spMk id="130" creationId="{00000000-0000-0000-0000-000000000000}"/>
          </ac:spMkLst>
        </pc:spChg>
        <pc:picChg chg="mod">
          <ac:chgData name="gauravdike93@gmail.com" userId="ab1325b9c9428348" providerId="LiveId" clId="{5370CE3E-28B4-4F6F-B818-1ED867E5F31E}" dt="2026-03-30T12:22:03.686" v="309" actId="1036"/>
          <ac:picMkLst>
            <pc:docMk/>
            <pc:sldMk cId="0" sldId="258"/>
            <ac:picMk id="117" creationId="{00000000-0000-0000-0000-000000000000}"/>
          </ac:picMkLst>
        </pc:picChg>
      </pc:sldChg>
      <pc:sldChg chg="addSp delSp modSp mod">
        <pc:chgData name="gauravdike93@gmail.com" userId="ab1325b9c9428348" providerId="LiveId" clId="{5370CE3E-28B4-4F6F-B818-1ED867E5F31E}" dt="2026-03-30T12:33:31.772" v="411" actId="255"/>
        <pc:sldMkLst>
          <pc:docMk/>
          <pc:sldMk cId="0" sldId="259"/>
        </pc:sldMkLst>
        <pc:spChg chg="add 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2" creationId="{8AE26222-E419-1083-B762-F95C5108F584}"/>
          </ac:spMkLst>
        </pc:spChg>
        <pc:spChg chg="add 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3" creationId="{FF3A3B9C-EA20-1E3E-F136-C2BE9BD47246}"/>
          </ac:spMkLst>
        </pc:spChg>
        <pc:spChg chg="add 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4" creationId="{97DE8176-955D-B9D0-09E5-4E4699890121}"/>
          </ac:spMkLst>
        </pc:spChg>
        <pc:spChg chg="add mod">
          <ac:chgData name="gauravdike93@gmail.com" userId="ab1325b9c9428348" providerId="LiveId" clId="{5370CE3E-28B4-4F6F-B818-1ED867E5F31E}" dt="2026-03-30T12:30:51.119" v="403" actId="1076"/>
          <ac:spMkLst>
            <pc:docMk/>
            <pc:sldMk cId="0" sldId="259"/>
            <ac:spMk id="6" creationId="{F8A817E1-E245-F8A4-5079-853D7BC39627}"/>
          </ac:spMkLst>
        </pc:spChg>
        <pc:spChg chg="mod">
          <ac:chgData name="gauravdike93@gmail.com" userId="ab1325b9c9428348" providerId="LiveId" clId="{5370CE3E-28B4-4F6F-B818-1ED867E5F31E}" dt="2026-03-30T12:32:18.611" v="409" actId="255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31.772" v="411" actId="255"/>
          <ac:spMkLst>
            <pc:docMk/>
            <pc:sldMk cId="0" sldId="259"/>
            <ac:spMk id="139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141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31.772" v="411" actId="255"/>
          <ac:spMkLst>
            <pc:docMk/>
            <pc:sldMk cId="0" sldId="259"/>
            <ac:spMk id="142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143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144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31.772" v="411" actId="255"/>
          <ac:spMkLst>
            <pc:docMk/>
            <pc:sldMk cId="0" sldId="259"/>
            <ac:spMk id="145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146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31.772" v="411" actId="255"/>
          <ac:spMkLst>
            <pc:docMk/>
            <pc:sldMk cId="0" sldId="259"/>
            <ac:spMk id="148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31.772" v="411" actId="255"/>
          <ac:spMkLst>
            <pc:docMk/>
            <pc:sldMk cId="0" sldId="259"/>
            <ac:spMk id="151" creationId="{00000000-0000-0000-0000-000000000000}"/>
          </ac:spMkLst>
        </pc:spChg>
        <pc:spChg chg="mod">
          <ac:chgData name="gauravdike93@gmail.com" userId="ab1325b9c9428348" providerId="LiveId" clId="{5370CE3E-28B4-4F6F-B818-1ED867E5F31E}" dt="2026-03-30T12:33:13.205" v="410" actId="1076"/>
          <ac:spMkLst>
            <pc:docMk/>
            <pc:sldMk cId="0" sldId="259"/>
            <ac:spMk id="152" creationId="{00000000-0000-0000-0000-000000000000}"/>
          </ac:spMkLst>
        </pc:spChg>
        <pc:picChg chg="mod">
          <ac:chgData name="gauravdike93@gmail.com" userId="ab1325b9c9428348" providerId="LiveId" clId="{5370CE3E-28B4-4F6F-B818-1ED867E5F31E}" dt="2026-03-30T12:31:27.005" v="407" actId="1076"/>
          <ac:picMkLst>
            <pc:docMk/>
            <pc:sldMk cId="0" sldId="259"/>
            <ac:picMk id="136" creationId="{00000000-0000-0000-0000-000000000000}"/>
          </ac:picMkLst>
        </pc:picChg>
      </pc:sldChg>
      <pc:sldChg chg="modSp mod">
        <pc:chgData name="gauravdike93@gmail.com" userId="ab1325b9c9428348" providerId="LiveId" clId="{5370CE3E-28B4-4F6F-B818-1ED867E5F31E}" dt="2026-04-01T23:07:43.497" v="496" actId="255"/>
        <pc:sldMkLst>
          <pc:docMk/>
          <pc:sldMk cId="0" sldId="260"/>
        </pc:sldMkLst>
        <pc:graphicFrameChg chg="modGraphic">
          <ac:chgData name="gauravdike93@gmail.com" userId="ab1325b9c9428348" providerId="LiveId" clId="{5370CE3E-28B4-4F6F-B818-1ED867E5F31E}" dt="2026-04-01T23:07:43.497" v="496" actId="255"/>
          <ac:graphicFrameMkLst>
            <pc:docMk/>
            <pc:sldMk cId="0" sldId="260"/>
            <ac:graphicFrameMk id="161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875" y="393581"/>
            <a:ext cx="11029950" cy="2906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15177" y="784106"/>
            <a:ext cx="10761345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Smart Disaster </a:t>
            </a:r>
            <a:r>
              <a:rPr lang="en-US" sz="4800" b="1" i="0" u="none" strike="noStrike" cap="none" dirty="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Early Warning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&amp; Rescue Assistance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971251" y="2529860"/>
            <a:ext cx="10248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LoRa-Based Infrastructure-Independent System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A75F97-EF27-CAC7-25CF-456A9F608360}"/>
              </a:ext>
            </a:extLst>
          </p:cNvPr>
          <p:cNvSpPr/>
          <p:nvPr/>
        </p:nvSpPr>
        <p:spPr>
          <a:xfrm>
            <a:off x="640348" y="4174300"/>
            <a:ext cx="3549550" cy="962695"/>
          </a:xfrm>
          <a:prstGeom prst="roundRect">
            <a:avLst/>
          </a:prstGeom>
          <a:solidFill>
            <a:srgbClr val="0E28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733575" y="4253267"/>
            <a:ext cx="3244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TEAM NAME</a:t>
            </a:r>
            <a:endParaRPr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D10E5C-9E90-2156-30AA-0D26C992C532}"/>
              </a:ext>
            </a:extLst>
          </p:cNvPr>
          <p:cNvSpPr/>
          <p:nvPr/>
        </p:nvSpPr>
        <p:spPr>
          <a:xfrm>
            <a:off x="4313397" y="4174300"/>
            <a:ext cx="3549550" cy="1676373"/>
          </a:xfrm>
          <a:prstGeom prst="roundRect">
            <a:avLst/>
          </a:prstGeom>
          <a:solidFill>
            <a:srgbClr val="0E28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Google Shape;93;p13"/>
          <p:cNvSpPr txBox="1"/>
          <p:nvPr/>
        </p:nvSpPr>
        <p:spPr>
          <a:xfrm>
            <a:off x="4473326" y="4285832"/>
            <a:ext cx="3244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TEAM MEMBERS</a:t>
            </a:r>
            <a:endParaRPr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474F28-A66C-E9A4-827A-2305C7DCE3A8}"/>
              </a:ext>
            </a:extLst>
          </p:cNvPr>
          <p:cNvSpPr/>
          <p:nvPr/>
        </p:nvSpPr>
        <p:spPr>
          <a:xfrm>
            <a:off x="7986446" y="4174300"/>
            <a:ext cx="3549550" cy="962695"/>
          </a:xfrm>
          <a:prstGeom prst="roundRect">
            <a:avLst/>
          </a:prstGeom>
          <a:solidFill>
            <a:srgbClr val="0E28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Google Shape;92;p13"/>
          <p:cNvSpPr txBox="1"/>
          <p:nvPr/>
        </p:nvSpPr>
        <p:spPr>
          <a:xfrm>
            <a:off x="8138771" y="4253266"/>
            <a:ext cx="32448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TEAM ID</a:t>
            </a:r>
            <a:endParaRPr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211D4-5DA3-B071-0763-48D8FB135C57}"/>
              </a:ext>
            </a:extLst>
          </p:cNvPr>
          <p:cNvSpPr txBox="1"/>
          <p:nvPr/>
        </p:nvSpPr>
        <p:spPr>
          <a:xfrm>
            <a:off x="1200694" y="4568710"/>
            <a:ext cx="2310512" cy="443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9944"/>
              </a:lnSpc>
            </a:pPr>
            <a:r>
              <a:rPr lang="en-IN" sz="1600" b="1" dirty="0">
                <a:solidFill>
                  <a:srgbClr val="F6F7F7"/>
                </a:solidFill>
                <a:latin typeface="JetBrains Mono"/>
                <a:cs typeface="JetBrains Mono"/>
              </a:rPr>
              <a:t>Team Predator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A4A1C-E2B6-65FA-C603-CB6AC272FF8B}"/>
              </a:ext>
            </a:extLst>
          </p:cNvPr>
          <p:cNvSpPr txBox="1"/>
          <p:nvPr/>
        </p:nvSpPr>
        <p:spPr>
          <a:xfrm>
            <a:off x="8605964" y="4635395"/>
            <a:ext cx="2310512" cy="443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9944"/>
              </a:lnSpc>
            </a:pPr>
            <a:r>
              <a:rPr lang="en-IN" sz="1600" b="1" dirty="0">
                <a:solidFill>
                  <a:srgbClr val="F6F7F7"/>
                </a:solidFill>
                <a:latin typeface="JetBrains Mono"/>
                <a:cs typeface="JetBrains Mono"/>
              </a:rPr>
              <a:t>CW123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B9BDD-704C-8C74-11E1-C2D52F6CBBB4}"/>
              </a:ext>
            </a:extLst>
          </p:cNvPr>
          <p:cNvSpPr txBox="1"/>
          <p:nvPr/>
        </p:nvSpPr>
        <p:spPr>
          <a:xfrm>
            <a:off x="4473326" y="4561043"/>
            <a:ext cx="3541947" cy="123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9944"/>
              </a:lnSpc>
            </a:pPr>
            <a:r>
              <a:rPr lang="en-IN" sz="1600" b="1" dirty="0">
                <a:solidFill>
                  <a:srgbClr val="F6F7F7"/>
                </a:solidFill>
                <a:latin typeface="JetBrains Mono"/>
                <a:cs typeface="JetBrains Mono"/>
              </a:rPr>
              <a:t>Gaurav Mohan </a:t>
            </a:r>
            <a:r>
              <a:rPr lang="en-IN" sz="1600" b="1" dirty="0" err="1">
                <a:solidFill>
                  <a:srgbClr val="F6F7F7"/>
                </a:solidFill>
                <a:latin typeface="JetBrains Mono"/>
                <a:cs typeface="JetBrains Mono"/>
              </a:rPr>
              <a:t>Dikey</a:t>
            </a:r>
            <a:r>
              <a:rPr lang="en-IN" sz="1600" b="1" dirty="0">
                <a:solidFill>
                  <a:srgbClr val="F6F7F7"/>
                </a:solidFill>
                <a:latin typeface="JetBrains Mono"/>
                <a:cs typeface="JetBrains Mono"/>
              </a:rPr>
              <a:t> (C)</a:t>
            </a:r>
          </a:p>
          <a:p>
            <a:pPr>
              <a:lnSpc>
                <a:spcPct val="159944"/>
              </a:lnSpc>
            </a:pPr>
            <a:r>
              <a:rPr lang="en-IN" sz="1600" b="1" dirty="0">
                <a:solidFill>
                  <a:srgbClr val="F6F7F7"/>
                </a:solidFill>
                <a:latin typeface="JetBrains Mono"/>
                <a:cs typeface="JetBrains Mono"/>
              </a:rPr>
              <a:t>Aryan Nilesh </a:t>
            </a:r>
            <a:r>
              <a:rPr lang="en-IN" sz="1600" b="1" dirty="0" err="1">
                <a:solidFill>
                  <a:srgbClr val="F6F7F7"/>
                </a:solidFill>
                <a:latin typeface="JetBrains Mono"/>
                <a:cs typeface="JetBrains Mono"/>
              </a:rPr>
              <a:t>Metkar</a:t>
            </a:r>
            <a:endParaRPr lang="en-IN" sz="1600" b="1" dirty="0">
              <a:solidFill>
                <a:srgbClr val="F6F7F7"/>
              </a:solidFill>
              <a:latin typeface="JetBrains Mono"/>
              <a:cs typeface="JetBrains Mono"/>
            </a:endParaRPr>
          </a:p>
          <a:p>
            <a:pPr>
              <a:lnSpc>
                <a:spcPct val="159944"/>
              </a:lnSpc>
            </a:pPr>
            <a:r>
              <a:rPr lang="en-IN" sz="1600" b="1" dirty="0">
                <a:solidFill>
                  <a:srgbClr val="F6F7F7"/>
                </a:solidFill>
                <a:latin typeface="JetBrains Mono"/>
                <a:cs typeface="JetBrains Mono"/>
              </a:rPr>
              <a:t>Kartik </a:t>
            </a:r>
            <a:r>
              <a:rPr lang="en-IN" sz="1600" b="1" dirty="0" err="1">
                <a:solidFill>
                  <a:srgbClr val="F6F7F7"/>
                </a:solidFill>
                <a:latin typeface="JetBrains Mono"/>
                <a:cs typeface="JetBrains Mono"/>
              </a:rPr>
              <a:t>Hemantkumar</a:t>
            </a:r>
            <a:r>
              <a:rPr lang="en-IN" sz="1600" b="1" dirty="0">
                <a:solidFill>
                  <a:srgbClr val="F6F7F7"/>
                </a:solidFill>
                <a:latin typeface="JetBrains Mono"/>
                <a:cs typeface="JetBrains Mono"/>
              </a:rPr>
              <a:t> Jaiswal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000" y="2236559"/>
            <a:ext cx="5972755" cy="390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6512" y="1924051"/>
            <a:ext cx="5324475" cy="363669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09600" y="1924051"/>
            <a:ext cx="5577236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Natural disasters like floods </a:t>
            </a:r>
            <a:r>
              <a:rPr lang="en-US" sz="16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lang="en-US" sz="16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earthquakes , </a:t>
            </a:r>
            <a:r>
              <a:rPr lang="en-IN" sz="1600" dirty="0">
                <a:solidFill>
                  <a:srgbClr val="94A3B8"/>
                </a:solidFill>
                <a:latin typeface="Urbanist"/>
                <a:ea typeface="Urbanist"/>
                <a:cs typeface="Urbanist"/>
              </a:rPr>
              <a:t>and fires create sudden emergencies</a:t>
            </a:r>
            <a:r>
              <a:rPr lang="en-IN" sz="1600" dirty="0"/>
              <a:t>.</a:t>
            </a:r>
            <a:r>
              <a:rPr lang="en-US" sz="160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cause immediate infrastructure collapse. Standard networks (Cellular/Internet) fail exactly when needed most.</a:t>
            </a:r>
            <a:endParaRPr sz="16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6663452" y="2390773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11D48"/>
                </a:solidFill>
                <a:latin typeface="Urbanist"/>
                <a:ea typeface="Urbanist"/>
                <a:cs typeface="Urbanist"/>
                <a:sym typeface="Urbanist"/>
              </a:rPr>
              <a:t>Critical Pain Points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7424157" y="2960560"/>
            <a:ext cx="37814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Infrastructure Dependency in rural areas.</a:t>
            </a:r>
            <a:endParaRPr sz="16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7424157" y="3503485"/>
            <a:ext cx="37814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Delayed Warning leading to loss of life.</a:t>
            </a:r>
            <a:endParaRPr sz="16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7424157" y="4046410"/>
            <a:ext cx="37814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 Power Costs for satellite alternatives.</a:t>
            </a:r>
            <a:endParaRPr sz="1600"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7424157" y="4589335"/>
            <a:ext cx="37814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Inaccessible Rescue information.</a:t>
            </a:r>
            <a:endParaRPr sz="1600"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THE</a:t>
            </a:r>
            <a:r>
              <a:rPr lang="en-US" sz="3300" b="1" dirty="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Problem</a:t>
            </a:r>
            <a:endParaRPr dirty="0"/>
          </a:p>
        </p:txBody>
      </p:sp>
      <p:sp>
        <p:nvSpPr>
          <p:cNvPr id="108" name="Google Shape;108;p14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8025" y="30432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8025" y="3586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8025" y="4129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8025" y="46720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B9C3824B-1BE5-4569-9E4F-BC3C069BB4EB}"/>
              </a:ext>
            </a:extLst>
          </p:cNvPr>
          <p:cNvSpPr txBox="1"/>
          <p:nvPr/>
        </p:nvSpPr>
        <p:spPr>
          <a:xfrm>
            <a:off x="350310" y="1061752"/>
            <a:ext cx="319577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JetBrains Mono"/>
                <a:cs typeface="JetBrains Mono"/>
                <a:sym typeface="JetBrains Mono"/>
              </a:rPr>
              <a:t>Communication Gap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43150"/>
            <a:ext cx="3486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43150"/>
            <a:ext cx="3486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4825" y="2343150"/>
            <a:ext cx="348615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6289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66775" y="3200400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Core Idea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3667125"/>
            <a:ext cx="29146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long-range wireless rescue system that operates independently of existing mobile grids and internet.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8675" y="2628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4638675" y="3200400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Early Warning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38675" y="3667125"/>
            <a:ext cx="29146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Distributed sensor nodes detect water rise,  vibrations, or forest fire, across several kilometers.</a:t>
            </a:r>
            <a:endParaRPr dirty="0"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0575" y="26289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410575" y="3200400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Rescue Display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410575" y="3667125"/>
            <a:ext cx="29146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Base stations decode precise GPS coordinates and environmental data for immediate rescue deployment.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 dirty="0"/>
          </a:p>
        </p:txBody>
      </p:sp>
      <p:sp>
        <p:nvSpPr>
          <p:cNvPr id="131" name="Google Shape;131;p15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9E659D3A-3FC0-7006-C6DC-75977D18184F}"/>
              </a:ext>
            </a:extLst>
          </p:cNvPr>
          <p:cNvSpPr txBox="1"/>
          <p:nvPr/>
        </p:nvSpPr>
        <p:spPr>
          <a:xfrm>
            <a:off x="771525" y="1085850"/>
            <a:ext cx="319577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JetBrains Mono"/>
                <a:cs typeface="JetBrains Mono"/>
                <a:sym typeface="JetBrains Mono"/>
              </a:rPr>
              <a:t>Lora Practical Solution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573591" y="2582548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423399" y="220154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23956" y="2677798"/>
            <a:ext cx="20846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Sensing</a:t>
            </a:r>
            <a:endParaRPr sz="2400"/>
          </a:p>
        </p:txBody>
      </p:sp>
      <p:sp>
        <p:nvSpPr>
          <p:cNvPr id="140" name="Google Shape;140;p16"/>
          <p:cNvSpPr txBox="1"/>
          <p:nvPr/>
        </p:nvSpPr>
        <p:spPr>
          <a:xfrm>
            <a:off x="573591" y="3020698"/>
            <a:ext cx="198536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Environmental data captured by field nodes.</a:t>
            </a:r>
            <a:endParaRPr sz="2000"/>
          </a:p>
        </p:txBody>
      </p:sp>
      <p:sp>
        <p:nvSpPr>
          <p:cNvPr id="141" name="Google Shape;141;p16"/>
          <p:cNvSpPr/>
          <p:nvPr/>
        </p:nvSpPr>
        <p:spPr>
          <a:xfrm>
            <a:off x="3684545" y="220154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2785102" y="2677798"/>
            <a:ext cx="20846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Processing</a:t>
            </a:r>
            <a:endParaRPr sz="2400"/>
          </a:p>
        </p:txBody>
      </p:sp>
      <p:sp>
        <p:nvSpPr>
          <p:cNvPr id="143" name="Google Shape;143;p16"/>
          <p:cNvSpPr txBox="1"/>
          <p:nvPr/>
        </p:nvSpPr>
        <p:spPr>
          <a:xfrm>
            <a:off x="2834736" y="3020698"/>
            <a:ext cx="1985367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ESP32 converts raw values &amp; checks thresholds.</a:t>
            </a:r>
            <a:endParaRPr sz="2000"/>
          </a:p>
        </p:txBody>
      </p:sp>
      <p:sp>
        <p:nvSpPr>
          <p:cNvPr id="144" name="Google Shape;144;p16"/>
          <p:cNvSpPr/>
          <p:nvPr/>
        </p:nvSpPr>
        <p:spPr>
          <a:xfrm>
            <a:off x="5945691" y="220154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046248" y="2677798"/>
            <a:ext cx="20846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Localization</a:t>
            </a:r>
            <a:endParaRPr sz="2400"/>
          </a:p>
        </p:txBody>
      </p:sp>
      <p:sp>
        <p:nvSpPr>
          <p:cNvPr id="146" name="Google Shape;146;p16"/>
          <p:cNvSpPr txBox="1"/>
          <p:nvPr/>
        </p:nvSpPr>
        <p:spPr>
          <a:xfrm>
            <a:off x="5095882" y="3020698"/>
            <a:ext cx="198536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GPS embeds exact Lat/Long in alert packets.</a:t>
            </a:r>
            <a:endParaRPr sz="2000" dirty="0"/>
          </a:p>
        </p:txBody>
      </p:sp>
      <p:sp>
        <p:nvSpPr>
          <p:cNvPr id="147" name="Google Shape;147;p16"/>
          <p:cNvSpPr/>
          <p:nvPr/>
        </p:nvSpPr>
        <p:spPr>
          <a:xfrm>
            <a:off x="8206836" y="220154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7307393" y="2677798"/>
            <a:ext cx="20846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Transmission</a:t>
            </a:r>
            <a:endParaRPr sz="2400"/>
          </a:p>
        </p:txBody>
      </p:sp>
      <p:sp>
        <p:nvSpPr>
          <p:cNvPr id="149" name="Google Shape;149;p16"/>
          <p:cNvSpPr txBox="1"/>
          <p:nvPr/>
        </p:nvSpPr>
        <p:spPr>
          <a:xfrm>
            <a:off x="7357028" y="3020698"/>
            <a:ext cx="198536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LoRa SX1278 sends data over ISM bands.</a:t>
            </a:r>
            <a:endParaRPr sz="2000" dirty="0"/>
          </a:p>
        </p:txBody>
      </p:sp>
      <p:sp>
        <p:nvSpPr>
          <p:cNvPr id="150" name="Google Shape;150;p16"/>
          <p:cNvSpPr/>
          <p:nvPr/>
        </p:nvSpPr>
        <p:spPr>
          <a:xfrm>
            <a:off x="10467982" y="220154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568539" y="2677798"/>
            <a:ext cx="20846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Base Alert</a:t>
            </a:r>
            <a:endParaRPr sz="2400"/>
          </a:p>
        </p:txBody>
      </p:sp>
      <p:sp>
        <p:nvSpPr>
          <p:cNvPr id="152" name="Google Shape;152;p16"/>
          <p:cNvSpPr txBox="1"/>
          <p:nvPr/>
        </p:nvSpPr>
        <p:spPr>
          <a:xfrm>
            <a:off x="9618173" y="3020698"/>
            <a:ext cx="198536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SIM800L forwards SMS to authorities.</a:t>
            </a:r>
            <a:endParaRPr sz="2000"/>
          </a:p>
        </p:txBody>
      </p:sp>
      <p:sp>
        <p:nvSpPr>
          <p:cNvPr id="153" name="Google Shape;153;p16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TECHNICAL ARCHITECTURE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8AE26222-E419-1083-B762-F95C5108F584}"/>
              </a:ext>
            </a:extLst>
          </p:cNvPr>
          <p:cNvSpPr/>
          <p:nvPr/>
        </p:nvSpPr>
        <p:spPr>
          <a:xfrm>
            <a:off x="2537012" y="2460333"/>
            <a:ext cx="319668" cy="282497"/>
          </a:xfrm>
          <a:prstGeom prst="chevron">
            <a:avLst/>
          </a:prstGeom>
          <a:solidFill>
            <a:srgbClr val="E11D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FF3A3B9C-EA20-1E3E-F136-C2BE9BD47246}"/>
              </a:ext>
            </a:extLst>
          </p:cNvPr>
          <p:cNvSpPr/>
          <p:nvPr/>
        </p:nvSpPr>
        <p:spPr>
          <a:xfrm>
            <a:off x="4869736" y="2457141"/>
            <a:ext cx="319668" cy="282497"/>
          </a:xfrm>
          <a:prstGeom prst="chevron">
            <a:avLst/>
          </a:prstGeom>
          <a:solidFill>
            <a:srgbClr val="E11D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97DE8176-955D-B9D0-09E5-4E4699890121}"/>
              </a:ext>
            </a:extLst>
          </p:cNvPr>
          <p:cNvSpPr/>
          <p:nvPr/>
        </p:nvSpPr>
        <p:spPr>
          <a:xfrm>
            <a:off x="7101727" y="2457141"/>
            <a:ext cx="319668" cy="282497"/>
          </a:xfrm>
          <a:prstGeom prst="chevron">
            <a:avLst/>
          </a:prstGeom>
          <a:solidFill>
            <a:srgbClr val="E11D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F8A817E1-E245-F8A4-5079-853D7BC39627}"/>
              </a:ext>
            </a:extLst>
          </p:cNvPr>
          <p:cNvSpPr/>
          <p:nvPr/>
        </p:nvSpPr>
        <p:spPr>
          <a:xfrm>
            <a:off x="9298505" y="2457141"/>
            <a:ext cx="319668" cy="282497"/>
          </a:xfrm>
          <a:prstGeom prst="chevron">
            <a:avLst/>
          </a:prstGeom>
          <a:solidFill>
            <a:srgbClr val="E11D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581025" y="1981200"/>
            <a:ext cx="11029950" cy="378142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17"/>
          <p:cNvGraphicFramePr/>
          <p:nvPr>
            <p:extLst>
              <p:ext uri="{D42A27DB-BD31-4B8C-83A1-F6EECF244321}">
                <p14:modId xmlns:p14="http://schemas.microsoft.com/office/powerpoint/2010/main" val="1232991699"/>
              </p:ext>
            </p:extLst>
          </p:nvPr>
        </p:nvGraphicFramePr>
        <p:xfrm>
          <a:off x="581025" y="1981200"/>
          <a:ext cx="11029950" cy="3781400"/>
        </p:xfrm>
        <a:graphic>
          <a:graphicData uri="http://schemas.openxmlformats.org/drawingml/2006/table">
            <a:tbl>
              <a:tblPr firstRow="1" bandRow="1">
                <a:noFill/>
                <a:tableStyleId>{EF8A70AA-1BA0-4829-B5F2-2A1AE0DE650E}</a:tableStyleId>
              </a:tblPr>
              <a:tblGrid>
                <a:gridCol w="213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6B6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Module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06B6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6B6D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Specific Disaster Application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Processor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ESP32 MCU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Central logic, decision making, and deep-sleep power management.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Communication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LoRa SX1278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Infrastructure-free, long-range wireless data link (P2P).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Location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NEO-6M GPS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Exact node coordinates for rescue team navigation.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Water Monitor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HC-SR04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Ultrasonic detection of flood water rising levels.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Seismic/Tilt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MPU6050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Landslide prediction and earthquake vibration detection.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Emergency SMS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SIM800L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GSM bridge at base station to alert mobile networks.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2" name="Google Shape;162;p17"/>
          <p:cNvSpPr/>
          <p:nvPr/>
        </p:nvSpPr>
        <p:spPr>
          <a:xfrm>
            <a:off x="581025" y="3090862"/>
            <a:ext cx="21304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711499" y="3090862"/>
            <a:ext cx="18203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531816" y="3090862"/>
            <a:ext cx="7079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81025" y="3624262"/>
            <a:ext cx="21304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2711499" y="3624262"/>
            <a:ext cx="18203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4531816" y="3624262"/>
            <a:ext cx="7079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81025" y="4157662"/>
            <a:ext cx="21304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711499" y="4157662"/>
            <a:ext cx="18203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531816" y="4157662"/>
            <a:ext cx="7079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81025" y="4691062"/>
            <a:ext cx="21304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711499" y="4691062"/>
            <a:ext cx="18203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531816" y="4691062"/>
            <a:ext cx="7079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81025" y="5224462"/>
            <a:ext cx="21304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711499" y="5224462"/>
            <a:ext cx="18203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531816" y="5224462"/>
            <a:ext cx="7079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HARDWARE COMPONENTS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52637"/>
            <a:ext cx="110299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81025" y="519588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False alarm reduction and GPS fix delays remain critical optimization targets for dense forest areas.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462712" y="2688877"/>
            <a:ext cx="2886075" cy="23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Power Management (Solar/Sleep)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462712" y="3106042"/>
            <a:ext cx="2886075" cy="23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Long-Range Signal Stability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462712" y="3523208"/>
            <a:ext cx="2886075" cy="23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Calibration/Noise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462712" y="3940373"/>
            <a:ext cx="2886075" cy="23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Weatherproof Packaging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6462712" y="2688877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462712" y="310604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462712" y="3523208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462712" y="3940373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ENGINEERING CHALLENGES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1876425"/>
            <a:ext cx="7620000" cy="1779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2095500" y="581025"/>
            <a:ext cx="800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LIVE DEMO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581275" y="2400300"/>
            <a:ext cx="70294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Observe the real-time sensor data transmission from the LoRa Node to the Base Station LCD Interface.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8262" y="196691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787" y="1976437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6667500" y="225266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Faster Warning Delivery: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Instant alerts reduce evacuation response time.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667500" y="31003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Improved Rescue Coordination: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GPS tracking directs help to exact victim locations.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667500" y="394811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Rural Accessibility: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Connects communities that are ignored by mobile carriers.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667500" y="47958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Low-Cost Public Safety: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Affordable alternative for local disaster management authorities.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PROJECT IMPACT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252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1003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9481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79583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771525" y="581025"/>
            <a:ext cx="4990623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FUTURE SCOPE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962025" y="16192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Edge AI Integration: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On-device disaster prediction models.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62025" y="24669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District-Wide Mesh: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Expanding nodes into a self-healing grid network.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62025" y="331470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 Victim Tracking: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Wearable tags for real-time location updates.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962025" y="416242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Govt. Integration: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Direct feed into national emergency response systems.</a:t>
            </a:r>
            <a:endParaRPr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619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66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314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1624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4170759" y="1112490"/>
            <a:ext cx="385048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809750" y="2484090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Our model provides a simple, affordable, and reliable communication system. By removing infrastructure dependency, we make disaster management </a:t>
            </a:r>
            <a:r>
              <a:rPr lang="en-US" sz="21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faster, smarter, and more effective.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045743" y="4602360"/>
            <a:ext cx="41005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143375" y="5250060"/>
            <a:ext cx="390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 Alpha-Node | Contact: [Insert Email]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/>
          <p:nvPr/>
        </p:nvSpPr>
        <p:spPr>
          <a:xfrm>
            <a:off x="581025" y="260047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81025" y="338524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81025" y="33757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81025" y="33757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81025" y="43585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81025" y="43585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498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676400" y="274334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https://www.jouav.com/wp-content/uploads/2022/07/henan-flood-oblique-imagery-1024x471.jpg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676400" y="298906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www.jouav.com</a:t>
            </a:r>
            <a:endParaRPr/>
          </a:p>
        </p:txBody>
      </p:sp>
      <p:pic>
        <p:nvPicPr>
          <p:cNvPr id="260" name="Google Shape;26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33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1676400" y="352811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https://plus.unsplash.com/premium_photo-1755873911560-4e007f722c16?fm=jpg&amp;q=60&amp;w=3000&amp;auto=format&amp;fit=crop&amp;ixlib=rb-4.1.0&amp;ixid=M3wxMjA3fDB8MHxwaG90by1yZWxhdGVkfDE3fHx8ZW58MHx8fHx8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676400" y="397192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unsplash.com</a:t>
            </a:r>
            <a:endParaRPr/>
          </a:p>
        </p:txBody>
      </p:sp>
      <p:pic>
        <p:nvPicPr>
          <p:cNvPr id="263" name="Google Shape;26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175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676400" y="451098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https://content.instructables.com/FBA/9S9Q/KA8Y2IOA/FBA9S9QKA8Y2IOA.jpg?frame=true&amp;width=1024&amp;height=1024&amp;fit=bounds&amp;crop=2:3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676400" y="475669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www.instructables.com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581</Words>
  <Application>Microsoft Office PowerPoint</Application>
  <PresentationFormat>Widescreen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JetBrains Mono</vt:lpstr>
      <vt:lpstr>Arial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gauravdike93@gmail.com</cp:lastModifiedBy>
  <cp:revision>1</cp:revision>
  <dcterms:modified xsi:type="dcterms:W3CDTF">2026-04-01T23:07:53Z</dcterms:modified>
</cp:coreProperties>
</file>